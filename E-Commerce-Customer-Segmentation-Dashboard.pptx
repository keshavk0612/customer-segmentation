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Inter"/>
      <p:regular r:id="rId12"/>
    </p:embeddedFont>
    <p:embeddedFont>
      <p:font typeface="Inter"/>
      <p:regular r:id="rId13"/>
    </p:embeddedFont>
    <p:embeddedFont>
      <p:font typeface="Inter"/>
      <p:regular r:id="rId14"/>
    </p:embeddedFont>
    <p:embeddedFont>
      <p:font typeface="Inter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E-Commerce Customer Segmentation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Project for Strategic Business Insights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2376"/>
            <a:ext cx="59596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Business Metrics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247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performance indicators showing strong engagement and substantial revenue generation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56184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$863K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900113" y="4787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278398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from 5,000 orders across 500 unique customers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125278" y="3756184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5,000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4231719" y="4787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Orders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25278" y="527839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transactions processed through the platform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456884" y="3756184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500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7563326" y="4787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Active Customers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6884" y="527839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individuals making purchases in the current period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788491" y="3756184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$172.60</a:t>
            </a:r>
            <a:endParaRPr lang="en-US" sz="5850" dirty="0"/>
          </a:p>
        </p:txBody>
      </p:sp>
      <p:sp>
        <p:nvSpPr>
          <p:cNvPr id="14" name="Text 12"/>
          <p:cNvSpPr/>
          <p:nvPr/>
        </p:nvSpPr>
        <p:spPr>
          <a:xfrm>
            <a:off x="10885051" y="4787979"/>
            <a:ext cx="28550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Order Value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788491" y="527839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Per-transaction revenue indicating strong basket size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1279"/>
            <a:ext cx="65759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Monthly Revenue Trend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76022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pattern showing seasonal peaks and troughs throughout the year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741176"/>
            <a:ext cx="3664744" cy="2819519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7484" y="29984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Pattern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37484" y="3488888"/>
            <a:ext cx="31501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trend shows seasonal peaks and troughs throughout the year, with notable increases during promotional periods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2741176"/>
            <a:ext cx="3664863" cy="2819519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9042" y="29984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429042" y="3488888"/>
            <a:ext cx="31502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shows strongest performance, likely driven by holiday shopping season and year-end promotions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5787509"/>
            <a:ext cx="7556421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484" y="6044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Opportunities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37484" y="6535222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targeted campaigns during lower-revenue months to smooth out seasonal fluctuations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865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Country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354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distribution showing concentration in certain markets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580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Insights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161472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distribution shows concentration in certain markets, with clear tier structure by geographic region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580328"/>
            <a:ext cx="3018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Implications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4161472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Top-performing countries likely benefit from established logistics and marketing presence. Emerging markets show untapped potential for expansion.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384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Customers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9873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High-value customers driving disproportionate revenue, with significant gaps between tiers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968347"/>
            <a:ext cx="3664744" cy="2410897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3202781"/>
            <a:ext cx="29141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 Customer Base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3693200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customers show consistent purchasing patterns and high lifetime value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296834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06182" y="3202781"/>
            <a:ext cx="31895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Segmentation Strategy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406182" y="369320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creating platinum tier for top 10 customers with exclusive benefits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5606058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4624" y="58404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Retention Focus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14624" y="6330910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communication and early access to new products could increase retention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2026-03-17T05:56:41Z</dcterms:created>
  <dcterms:modified xsi:type="dcterms:W3CDTF">2026-03-17T05:56:41Z</dcterms:modified>
</cp:coreProperties>
</file>